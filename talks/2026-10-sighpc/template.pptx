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4" r:id="rId3"/>
    <p:sldId id="267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1625"/>
    <a:srgbClr val="742E3F"/>
    <a:srgbClr val="4105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2A018-65A4-524C-9D23-257ACD0D8963}" v="4" dt="2026-03-26T23:39:46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6"/>
    <p:restoredTop sz="96301"/>
  </p:normalViewPr>
  <p:slideViewPr>
    <p:cSldViewPr snapToGrid="0">
      <p:cViewPr varScale="1">
        <p:scale>
          <a:sx n="122" d="100"/>
          <a:sy n="122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ley, John" userId="5e33bad9-feff-4f92-9573-c0d5a2eab852" providerId="ADAL" clId="{0F2E3B16-B489-5FC2-8261-2C285281B1B4}"/>
    <pc:docChg chg="undo custSel addSld delSld modSld sldOrd">
      <pc:chgData name="Bradley, John" userId="5e33bad9-feff-4f92-9573-c0d5a2eab852" providerId="ADAL" clId="{0F2E3B16-B489-5FC2-8261-2C285281B1B4}" dt="2026-03-26T23:39:57.062" v="81" actId="20577"/>
      <pc:docMkLst>
        <pc:docMk/>
      </pc:docMkLst>
      <pc:sldChg chg="del">
        <pc:chgData name="Bradley, John" userId="5e33bad9-feff-4f92-9573-c0d5a2eab852" providerId="ADAL" clId="{0F2E3B16-B489-5FC2-8261-2C285281B1B4}" dt="2026-03-26T23:26:23.472" v="0" actId="2696"/>
        <pc:sldMkLst>
          <pc:docMk/>
          <pc:sldMk cId="1295667227" sldId="256"/>
        </pc:sldMkLst>
      </pc:sldChg>
      <pc:sldChg chg="addSp delSp modSp mod">
        <pc:chgData name="Bradley, John" userId="5e33bad9-feff-4f92-9573-c0d5a2eab852" providerId="ADAL" clId="{0F2E3B16-B489-5FC2-8261-2C285281B1B4}" dt="2026-03-26T23:31:04.376" v="55" actId="14100"/>
        <pc:sldMkLst>
          <pc:docMk/>
          <pc:sldMk cId="974956982" sldId="260"/>
        </pc:sldMkLst>
        <pc:picChg chg="mod">
          <ac:chgData name="Bradley, John" userId="5e33bad9-feff-4f92-9573-c0d5a2eab852" providerId="ADAL" clId="{0F2E3B16-B489-5FC2-8261-2C285281B1B4}" dt="2026-03-26T23:31:04.376" v="55" actId="14100"/>
          <ac:picMkLst>
            <pc:docMk/>
            <pc:sldMk cId="974956982" sldId="260"/>
            <ac:picMk id="3" creationId="{E0D7D884-FDCC-05E0-EF2D-47A70B5B69A7}"/>
          </ac:picMkLst>
        </pc:picChg>
        <pc:picChg chg="mod">
          <ac:chgData name="Bradley, John" userId="5e33bad9-feff-4f92-9573-c0d5a2eab852" providerId="ADAL" clId="{0F2E3B16-B489-5FC2-8261-2C285281B1B4}" dt="2026-03-26T23:29:42.438" v="33" actId="1076"/>
          <ac:picMkLst>
            <pc:docMk/>
            <pc:sldMk cId="974956982" sldId="260"/>
            <ac:picMk id="6" creationId="{9161E469-1809-68A5-5706-019830F41172}"/>
          </ac:picMkLst>
        </pc:picChg>
        <pc:picChg chg="add del">
          <ac:chgData name="Bradley, John" userId="5e33bad9-feff-4f92-9573-c0d5a2eab852" providerId="ADAL" clId="{0F2E3B16-B489-5FC2-8261-2C285281B1B4}" dt="2026-03-26T23:29:14.697" v="30" actId="478"/>
          <ac:picMkLst>
            <pc:docMk/>
            <pc:sldMk cId="974956982" sldId="260"/>
            <ac:picMk id="7" creationId="{843B0600-B804-6552-1A39-27F76FF9E44D}"/>
          </ac:picMkLst>
        </pc:picChg>
        <pc:picChg chg="add del">
          <ac:chgData name="Bradley, John" userId="5e33bad9-feff-4f92-9573-c0d5a2eab852" providerId="ADAL" clId="{0F2E3B16-B489-5FC2-8261-2C285281B1B4}" dt="2026-03-26T23:29:30.028" v="31" actId="478"/>
          <ac:picMkLst>
            <pc:docMk/>
            <pc:sldMk cId="974956982" sldId="260"/>
            <ac:picMk id="8" creationId="{91D0FF75-BD61-A5C4-B2D1-C67F77685723}"/>
          </ac:picMkLst>
        </pc:picChg>
        <pc:picChg chg="mod">
          <ac:chgData name="Bradley, John" userId="5e33bad9-feff-4f92-9573-c0d5a2eab852" providerId="ADAL" clId="{0F2E3B16-B489-5FC2-8261-2C285281B1B4}" dt="2026-03-26T23:29:33.791" v="32" actId="1076"/>
          <ac:picMkLst>
            <pc:docMk/>
            <pc:sldMk cId="974956982" sldId="260"/>
            <ac:picMk id="10" creationId="{F045BF1A-1267-0873-58F3-6FDCB143F8E2}"/>
          </ac:picMkLst>
        </pc:picChg>
        <pc:picChg chg="add del mod">
          <ac:chgData name="Bradley, John" userId="5e33bad9-feff-4f92-9573-c0d5a2eab852" providerId="ADAL" clId="{0F2E3B16-B489-5FC2-8261-2C285281B1B4}" dt="2026-03-26T23:29:13.187" v="27" actId="931"/>
          <ac:picMkLst>
            <pc:docMk/>
            <pc:sldMk cId="974956982" sldId="260"/>
            <ac:picMk id="12" creationId="{2AF73A8E-EA2D-9699-CCCE-873ED64125CA}"/>
          </ac:picMkLst>
        </pc:picChg>
        <pc:picChg chg="add del mod">
          <ac:chgData name="Bradley, John" userId="5e33bad9-feff-4f92-9573-c0d5a2eab852" providerId="ADAL" clId="{0F2E3B16-B489-5FC2-8261-2C285281B1B4}" dt="2026-03-26T23:29:10.049" v="19" actId="931"/>
          <ac:picMkLst>
            <pc:docMk/>
            <pc:sldMk cId="974956982" sldId="260"/>
            <ac:picMk id="16" creationId="{0D206D8D-FFB0-484F-ED99-C60A1E85388F}"/>
          </ac:picMkLst>
        </pc:picChg>
        <pc:picChg chg="add del mod">
          <ac:chgData name="Bradley, John" userId="5e33bad9-feff-4f92-9573-c0d5a2eab852" providerId="ADAL" clId="{0F2E3B16-B489-5FC2-8261-2C285281B1B4}" dt="2026-03-26T23:31:03.794" v="54" actId="931"/>
          <ac:picMkLst>
            <pc:docMk/>
            <pc:sldMk cId="974956982" sldId="260"/>
            <ac:picMk id="18" creationId="{E0B692E4-2C37-E12B-296E-3E26FE9DA18D}"/>
          </ac:picMkLst>
        </pc:picChg>
        <pc:picChg chg="add del mod">
          <ac:chgData name="Bradley, John" userId="5e33bad9-feff-4f92-9573-c0d5a2eab852" providerId="ADAL" clId="{0F2E3B16-B489-5FC2-8261-2C285281B1B4}" dt="2026-03-26T23:31:02.842" v="52" actId="931"/>
          <ac:picMkLst>
            <pc:docMk/>
            <pc:sldMk cId="974956982" sldId="260"/>
            <ac:picMk id="20" creationId="{CF422B46-3328-6F41-48E6-DFA4767074B3}"/>
          </ac:picMkLst>
        </pc:picChg>
      </pc:sldChg>
      <pc:sldChg chg="addSp delSp modSp mod">
        <pc:chgData name="Bradley, John" userId="5e33bad9-feff-4f92-9573-c0d5a2eab852" providerId="ADAL" clId="{0F2E3B16-B489-5FC2-8261-2C285281B1B4}" dt="2026-03-26T23:32:43.673" v="70"/>
        <pc:sldMkLst>
          <pc:docMk/>
          <pc:sldMk cId="3263854641" sldId="264"/>
        </pc:sldMkLst>
        <pc:picChg chg="add mod">
          <ac:chgData name="Bradley, John" userId="5e33bad9-feff-4f92-9573-c0d5a2eab852" providerId="ADAL" clId="{0F2E3B16-B489-5FC2-8261-2C285281B1B4}" dt="2026-03-26T23:32:43.673" v="70"/>
          <ac:picMkLst>
            <pc:docMk/>
            <pc:sldMk cId="3263854641" sldId="264"/>
            <ac:picMk id="2" creationId="{3536CDD7-09DE-9F28-0D87-3D52C650EC03}"/>
          </ac:picMkLst>
        </pc:picChg>
        <pc:picChg chg="del mod">
          <ac:chgData name="Bradley, John" userId="5e33bad9-feff-4f92-9573-c0d5a2eab852" providerId="ADAL" clId="{0F2E3B16-B489-5FC2-8261-2C285281B1B4}" dt="2026-03-26T23:32:39.891" v="69" actId="478"/>
          <ac:picMkLst>
            <pc:docMk/>
            <pc:sldMk cId="3263854641" sldId="264"/>
            <ac:picMk id="6" creationId="{9161E469-1809-68A5-5706-019830F41172}"/>
          </ac:picMkLst>
        </pc:picChg>
        <pc:picChg chg="del">
          <ac:chgData name="Bradley, John" userId="5e33bad9-feff-4f92-9573-c0d5a2eab852" providerId="ADAL" clId="{0F2E3B16-B489-5FC2-8261-2C285281B1B4}" dt="2026-03-26T23:31:11.652" v="56" actId="478"/>
          <ac:picMkLst>
            <pc:docMk/>
            <pc:sldMk cId="3263854641" sldId="264"/>
            <ac:picMk id="8" creationId="{91D0FF75-BD61-A5C4-B2D1-C67F77685723}"/>
          </ac:picMkLst>
        </pc:picChg>
        <pc:picChg chg="mod">
          <ac:chgData name="Bradley, John" userId="5e33bad9-feff-4f92-9573-c0d5a2eab852" providerId="ADAL" clId="{0F2E3B16-B489-5FC2-8261-2C285281B1B4}" dt="2026-03-26T23:31:14.324" v="57" actId="1076"/>
          <ac:picMkLst>
            <pc:docMk/>
            <pc:sldMk cId="3263854641" sldId="264"/>
            <ac:picMk id="10" creationId="{F045BF1A-1267-0873-58F3-6FDCB143F8E2}"/>
          </ac:picMkLst>
        </pc:picChg>
      </pc:sldChg>
      <pc:sldChg chg="addSp delSp modSp mod">
        <pc:chgData name="Bradley, John" userId="5e33bad9-feff-4f92-9573-c0d5a2eab852" providerId="ADAL" clId="{0F2E3B16-B489-5FC2-8261-2C285281B1B4}" dt="2026-03-26T23:32:49.026" v="71"/>
        <pc:sldMkLst>
          <pc:docMk/>
          <pc:sldMk cId="656043042" sldId="265"/>
        </pc:sldMkLst>
        <pc:picChg chg="add mod">
          <ac:chgData name="Bradley, John" userId="5e33bad9-feff-4f92-9573-c0d5a2eab852" providerId="ADAL" clId="{0F2E3B16-B489-5FC2-8261-2C285281B1B4}" dt="2026-03-26T23:32:49.026" v="71"/>
          <ac:picMkLst>
            <pc:docMk/>
            <pc:sldMk cId="656043042" sldId="265"/>
            <ac:picMk id="3" creationId="{4EFCF74E-5098-BC1E-8EA3-635C7D6C6265}"/>
          </ac:picMkLst>
        </pc:picChg>
        <pc:picChg chg="del mod">
          <ac:chgData name="Bradley, John" userId="5e33bad9-feff-4f92-9573-c0d5a2eab852" providerId="ADAL" clId="{0F2E3B16-B489-5FC2-8261-2C285281B1B4}" dt="2026-03-26T23:32:37.010" v="68" actId="478"/>
          <ac:picMkLst>
            <pc:docMk/>
            <pc:sldMk cId="656043042" sldId="265"/>
            <ac:picMk id="6" creationId="{9161E469-1809-68A5-5706-019830F41172}"/>
          </ac:picMkLst>
        </pc:picChg>
        <pc:picChg chg="del">
          <ac:chgData name="Bradley, John" userId="5e33bad9-feff-4f92-9573-c0d5a2eab852" providerId="ADAL" clId="{0F2E3B16-B489-5FC2-8261-2C285281B1B4}" dt="2026-03-26T23:31:18.462" v="58" actId="478"/>
          <ac:picMkLst>
            <pc:docMk/>
            <pc:sldMk cId="656043042" sldId="265"/>
            <ac:picMk id="8" creationId="{91D0FF75-BD61-A5C4-B2D1-C67F77685723}"/>
          </ac:picMkLst>
        </pc:picChg>
        <pc:picChg chg="mod">
          <ac:chgData name="Bradley, John" userId="5e33bad9-feff-4f92-9573-c0d5a2eab852" providerId="ADAL" clId="{0F2E3B16-B489-5FC2-8261-2C285281B1B4}" dt="2026-03-26T23:31:25.517" v="60" actId="1076"/>
          <ac:picMkLst>
            <pc:docMk/>
            <pc:sldMk cId="656043042" sldId="265"/>
            <ac:picMk id="10" creationId="{F045BF1A-1267-0873-58F3-6FDCB143F8E2}"/>
          </ac:picMkLst>
        </pc:picChg>
      </pc:sldChg>
      <pc:sldChg chg="addSp delSp modSp mod">
        <pc:chgData name="Bradley, John" userId="5e33bad9-feff-4f92-9573-c0d5a2eab852" providerId="ADAL" clId="{0F2E3B16-B489-5FC2-8261-2C285281B1B4}" dt="2026-03-26T23:32:50.312" v="72"/>
        <pc:sldMkLst>
          <pc:docMk/>
          <pc:sldMk cId="3730876994" sldId="266"/>
        </pc:sldMkLst>
        <pc:picChg chg="del mod">
          <ac:chgData name="Bradley, John" userId="5e33bad9-feff-4f92-9573-c0d5a2eab852" providerId="ADAL" clId="{0F2E3B16-B489-5FC2-8261-2C285281B1B4}" dt="2026-03-26T23:32:33.922" v="67" actId="478"/>
          <ac:picMkLst>
            <pc:docMk/>
            <pc:sldMk cId="3730876994" sldId="266"/>
            <ac:picMk id="6" creationId="{9161E469-1809-68A5-5706-019830F41172}"/>
          </ac:picMkLst>
        </pc:picChg>
        <pc:picChg chg="del">
          <ac:chgData name="Bradley, John" userId="5e33bad9-feff-4f92-9573-c0d5a2eab852" providerId="ADAL" clId="{0F2E3B16-B489-5FC2-8261-2C285281B1B4}" dt="2026-03-26T23:31:29.654" v="61" actId="478"/>
          <ac:picMkLst>
            <pc:docMk/>
            <pc:sldMk cId="3730876994" sldId="266"/>
            <ac:picMk id="8" creationId="{91D0FF75-BD61-A5C4-B2D1-C67F77685723}"/>
          </ac:picMkLst>
        </pc:picChg>
        <pc:picChg chg="add mod">
          <ac:chgData name="Bradley, John" userId="5e33bad9-feff-4f92-9573-c0d5a2eab852" providerId="ADAL" clId="{0F2E3B16-B489-5FC2-8261-2C285281B1B4}" dt="2026-03-26T23:32:50.312" v="72"/>
          <ac:picMkLst>
            <pc:docMk/>
            <pc:sldMk cId="3730876994" sldId="266"/>
            <ac:picMk id="9" creationId="{220BC142-9F7A-A8D5-631B-721AC8C0866C}"/>
          </ac:picMkLst>
        </pc:picChg>
        <pc:picChg chg="mod">
          <ac:chgData name="Bradley, John" userId="5e33bad9-feff-4f92-9573-c0d5a2eab852" providerId="ADAL" clId="{0F2E3B16-B489-5FC2-8261-2C285281B1B4}" dt="2026-03-26T23:31:32.371" v="62" actId="1076"/>
          <ac:picMkLst>
            <pc:docMk/>
            <pc:sldMk cId="3730876994" sldId="266"/>
            <ac:picMk id="10" creationId="{F045BF1A-1267-0873-58F3-6FDCB143F8E2}"/>
          </ac:picMkLst>
        </pc:picChg>
      </pc:sldChg>
      <pc:sldChg chg="modSp add mod ord">
        <pc:chgData name="Bradley, John" userId="5e33bad9-feff-4f92-9573-c0d5a2eab852" providerId="ADAL" clId="{0F2E3B16-B489-5FC2-8261-2C285281B1B4}" dt="2026-03-26T23:39:57.062" v="81" actId="20577"/>
        <pc:sldMkLst>
          <pc:docMk/>
          <pc:sldMk cId="3062478143" sldId="267"/>
        </pc:sldMkLst>
        <pc:spChg chg="mod">
          <ac:chgData name="Bradley, John" userId="5e33bad9-feff-4f92-9573-c0d5a2eab852" providerId="ADAL" clId="{0F2E3B16-B489-5FC2-8261-2C285281B1B4}" dt="2026-03-26T23:39:57.062" v="81" actId="20577"/>
          <ac:spMkLst>
            <pc:docMk/>
            <pc:sldMk cId="3062478143" sldId="267"/>
            <ac:spMk id="13" creationId="{48B99D73-B931-6FEB-3119-B96DBD2FB8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766F-B35E-DD24-6EE8-5B4A00B11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D4351-CC8D-D79B-1ED3-78F1614FA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1E45F-B0E7-448F-0809-45CCE5CB7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6D032-6196-080A-B076-B960FEF3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740A2-9E64-046B-B7E8-BABA247F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4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BA23-27DE-9A84-D049-94BD2FDD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69992-D875-2929-E350-487E7B6CD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965FD-C9C5-74DA-9B28-2F462EC4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233D1-6005-3C35-CA01-A07E8C38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ECFC-50BB-F567-C263-35BDC717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3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CCEB-5AA3-9405-44C4-629E4B8A8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4C9DC-7405-7951-3C82-E2F1FF78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CD653-DED2-C1AC-88FC-6B90ACA2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C20DB-8DC8-E810-057C-230B9C35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D20A-2C27-1EC9-6E78-269B7E9B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FE55-FB22-E504-1900-26C94E01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AB199-7042-D3E0-A6DC-33D6CFE2E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ACE5D-C2A1-90AF-81C4-D06D05ACE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B2742-6B2A-9098-1832-8595E8FF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7BBA0-661E-719C-562B-F887D6FA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F8A08-7932-5245-59E3-ACF804BB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3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1763-00A6-A381-61DD-4B9F4C08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40FA3-C56F-5008-9582-97C3F40ED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6872A-71A6-010C-793A-218A13E3C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23369-4221-2AAF-0FCA-13614AC9C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AE0DD-9BF5-5FA5-6AA2-66837F366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23D32-DAE6-D23D-BDF6-B284655C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89EE6-F480-1950-279B-277AA152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C7707-3BB2-A740-1293-01A65044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5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31D0-7786-6F0C-7F42-47ED4C0A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2AB3A-D1A1-1F6B-3CAE-D7E6B2A3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A5F2E-60B3-F38B-EEE5-ED1796D2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257F6-4788-FE02-F585-9A27B59A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5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DC568-0943-D43D-2918-A69B608F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4EC3A-9234-31A2-0C48-87DCD76D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FC79-7B91-0A51-F343-0E78F81F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5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F926-61C2-35D0-1CBA-030D3685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84061-6D24-1225-348B-B5F99466D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F87E-EBFC-7789-E24D-E57D41992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8EDB3-4BCD-9A9A-939B-3147C010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E6FC-F60E-4B35-AE89-8DDBD9C2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2CDF-913D-2977-3B1C-48BCB5F7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6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0C90-B2CA-1AE7-C0B0-5199AD6A3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2CC5BF-527A-6E0C-A9C8-2D52DC6B3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73AB1-C88A-6906-60DC-F791A92A7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80915-19FE-78A1-B685-76218689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5E525-F130-38B4-8E66-3A5CAA90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86E31-83A5-21C6-82AA-AD51DD97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8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D389-C037-D6DC-B081-E31D04EC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F7C4B-0F5E-8FB3-D72F-4C0CCEA33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6289-A474-C6AA-A2D2-659ECF1E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1933E-A33D-640D-1199-D89CBD3A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F676B-DB4D-8AEB-263B-718F28D1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5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82250-5E99-9A80-02BB-A3F3F6FCA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1EEE6-F09B-2CB2-C28C-24EE799A8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252A5-C314-62D2-A3F7-2445D77D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5EC8-EB23-554A-D184-D959FE60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840B0-F02A-4DD0-F9C2-113C5E37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4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C52F8-D26C-D62D-94D8-2AC26AF3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16077-72CB-6E5A-A0D9-B19B93515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CB0BA-99FD-9F19-69DA-8B3ACDE3F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C6662-9247-444B-ADF5-BDC4693D4AA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2EF7-25AB-F4B4-4099-5F6FE0DC4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347C-318D-9F61-859A-48B942C2E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339C6-D84C-874E-B4F5-90CEABF28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2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.jpg">
            <a:extLst>
              <a:ext uri="{FF2B5EF4-FFF2-40B4-BE49-F238E27FC236}">
                <a16:creationId xmlns:a16="http://schemas.microsoft.com/office/drawing/2014/main" id="{2213B640-024B-8072-18B1-BBAB70E5DC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3E065-200C-97A1-9622-768736624765}"/>
              </a:ext>
            </a:extLst>
          </p:cNvPr>
          <p:cNvSpPr/>
          <p:nvPr/>
        </p:nvSpPr>
        <p:spPr>
          <a:xfrm>
            <a:off x="-1" y="5918199"/>
            <a:ext cx="12191999" cy="939800"/>
          </a:xfrm>
          <a:prstGeom prst="rect">
            <a:avLst/>
          </a:prstGeom>
          <a:solidFill>
            <a:srgbClr val="5D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5" descr="horizontalwords.png">
            <a:extLst>
              <a:ext uri="{FF2B5EF4-FFF2-40B4-BE49-F238E27FC236}">
                <a16:creationId xmlns:a16="http://schemas.microsoft.com/office/drawing/2014/main" id="{9161E469-1809-68A5-5706-019830F4117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18" y="5808070"/>
            <a:ext cx="5562600" cy="115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3B0600-B804-6552-1A39-27F76FF9E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9" y="6220133"/>
            <a:ext cx="1998652" cy="4252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51515A-A153-5524-D683-AC5A8B09049A}"/>
              </a:ext>
            </a:extLst>
          </p:cNvPr>
          <p:cNvSpPr txBox="1"/>
          <p:nvPr/>
        </p:nvSpPr>
        <p:spPr>
          <a:xfrm>
            <a:off x="649673" y="3594291"/>
            <a:ext cx="5926946" cy="92333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5400" b="1" dirty="0">
                <a:solidFill>
                  <a:srgbClr val="5D1625"/>
                </a:solidFill>
                <a:latin typeface="Century Gothic" panose="020B0502020202020204" pitchFamily="34" charset="0"/>
              </a:rPr>
              <a:t>Offset Title Slide</a:t>
            </a:r>
          </a:p>
        </p:txBody>
      </p:sp>
      <p:pic>
        <p:nvPicPr>
          <p:cNvPr id="3" name="Picture 2" descr="A logo of a company&#10;&#10;Description automatically generated">
            <a:extLst>
              <a:ext uri="{FF2B5EF4-FFF2-40B4-BE49-F238E27FC236}">
                <a16:creationId xmlns:a16="http://schemas.microsoft.com/office/drawing/2014/main" id="{E0D7D884-FDCC-05E0-EF2D-47A70B5B6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292" y="534224"/>
            <a:ext cx="4316023" cy="3660231"/>
          </a:xfrm>
          <a:prstGeom prst="rect">
            <a:avLst/>
          </a:prstGeom>
        </p:spPr>
      </p:pic>
      <p:pic>
        <p:nvPicPr>
          <p:cNvPr id="10" name="Picture 9" descr="A logo for a computer company&#10;&#10;Description automatically generated">
            <a:extLst>
              <a:ext uri="{FF2B5EF4-FFF2-40B4-BE49-F238E27FC236}">
                <a16:creationId xmlns:a16="http://schemas.microsoft.com/office/drawing/2014/main" id="{F045BF1A-1267-0873-58F3-6FDCB143F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2795" y="6102592"/>
            <a:ext cx="661816" cy="5612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E2734A-066F-63B4-9C39-9D02B1495B32}"/>
              </a:ext>
            </a:extLst>
          </p:cNvPr>
          <p:cNvSpPr txBox="1"/>
          <p:nvPr/>
        </p:nvSpPr>
        <p:spPr>
          <a:xfrm>
            <a:off x="649673" y="4946401"/>
            <a:ext cx="5926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entury Gothic" panose="020B0502020202020204" pitchFamily="34" charset="0"/>
              </a:rPr>
              <a:t>Subtitle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2FA84-DB65-40C6-D20F-5333B45EF1A1}"/>
              </a:ext>
            </a:extLst>
          </p:cNvPr>
          <p:cNvSpPr txBox="1"/>
          <p:nvPr/>
        </p:nvSpPr>
        <p:spPr>
          <a:xfrm>
            <a:off x="7226291" y="4447675"/>
            <a:ext cx="431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entury Gothic" panose="020B0502020202020204" pitchFamily="34" charset="0"/>
              </a:rPr>
              <a:t>Presenter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CBEFA-4449-1F7C-A0FB-25F0A0128B91}"/>
              </a:ext>
            </a:extLst>
          </p:cNvPr>
          <p:cNvSpPr txBox="1"/>
          <p:nvPr/>
        </p:nvSpPr>
        <p:spPr>
          <a:xfrm>
            <a:off x="649680" y="534224"/>
            <a:ext cx="4316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Date</a:t>
            </a:r>
          </a:p>
          <a:p>
            <a:r>
              <a:rPr lang="en-US" dirty="0">
                <a:latin typeface="Century Gothic" panose="020B0502020202020204" pitchFamily="34" charset="0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97495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.jpg">
            <a:extLst>
              <a:ext uri="{FF2B5EF4-FFF2-40B4-BE49-F238E27FC236}">
                <a16:creationId xmlns:a16="http://schemas.microsoft.com/office/drawing/2014/main" id="{2213B640-024B-8072-18B1-BBAB70E5DC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3E065-200C-97A1-9622-768736624765}"/>
              </a:ext>
            </a:extLst>
          </p:cNvPr>
          <p:cNvSpPr/>
          <p:nvPr/>
        </p:nvSpPr>
        <p:spPr>
          <a:xfrm>
            <a:off x="-1" y="5918199"/>
            <a:ext cx="12191999" cy="939800"/>
          </a:xfrm>
          <a:prstGeom prst="rect">
            <a:avLst/>
          </a:prstGeom>
          <a:solidFill>
            <a:srgbClr val="5D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B0600-B804-6552-1A39-27F76FF9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9" y="6220133"/>
            <a:ext cx="1998652" cy="4252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51515A-A153-5524-D683-AC5A8B09049A}"/>
              </a:ext>
            </a:extLst>
          </p:cNvPr>
          <p:cNvSpPr txBox="1"/>
          <p:nvPr/>
        </p:nvSpPr>
        <p:spPr>
          <a:xfrm>
            <a:off x="2154466" y="4278528"/>
            <a:ext cx="7883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5D1625"/>
                </a:solidFill>
                <a:latin typeface="Century Gothic" panose="020B0502020202020204" pitchFamily="34" charset="0"/>
              </a:rPr>
              <a:t>Centered Title Slide</a:t>
            </a:r>
          </a:p>
        </p:txBody>
      </p:sp>
      <p:pic>
        <p:nvPicPr>
          <p:cNvPr id="3" name="Picture 2" descr="A logo of a company&#10;&#10;Description automatically generated">
            <a:extLst>
              <a:ext uri="{FF2B5EF4-FFF2-40B4-BE49-F238E27FC236}">
                <a16:creationId xmlns:a16="http://schemas.microsoft.com/office/drawing/2014/main" id="{E0D7D884-FDCC-05E0-EF2D-47A70B5B6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405" y="628169"/>
            <a:ext cx="4117182" cy="3491603"/>
          </a:xfrm>
          <a:prstGeom prst="rect">
            <a:avLst/>
          </a:prstGeom>
        </p:spPr>
      </p:pic>
      <p:pic>
        <p:nvPicPr>
          <p:cNvPr id="10" name="Picture 9" descr="A logo for a computer company&#10;&#10;Description automatically generated">
            <a:extLst>
              <a:ext uri="{FF2B5EF4-FFF2-40B4-BE49-F238E27FC236}">
                <a16:creationId xmlns:a16="http://schemas.microsoft.com/office/drawing/2014/main" id="{F045BF1A-1267-0873-58F3-6FDCB143F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795" y="6107469"/>
            <a:ext cx="661816" cy="561257"/>
          </a:xfrm>
          <a:prstGeom prst="rect">
            <a:avLst/>
          </a:prstGeom>
        </p:spPr>
      </p:pic>
      <p:pic>
        <p:nvPicPr>
          <p:cNvPr id="2" name="Picture 1" descr="horizontalwords.png">
            <a:extLst>
              <a:ext uri="{FF2B5EF4-FFF2-40B4-BE49-F238E27FC236}">
                <a16:creationId xmlns:a16="http://schemas.microsoft.com/office/drawing/2014/main" id="{3536CDD7-09DE-9F28-0D87-3D52C650EC0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18" y="5808070"/>
            <a:ext cx="5562600" cy="115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5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76F4C-218C-D8AE-C92A-24208914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.jpg">
            <a:extLst>
              <a:ext uri="{FF2B5EF4-FFF2-40B4-BE49-F238E27FC236}">
                <a16:creationId xmlns:a16="http://schemas.microsoft.com/office/drawing/2014/main" id="{7DB1C8FF-6495-AFBA-2847-CA736DCF9C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C80516-76C3-973B-85B5-D086EFB62599}"/>
              </a:ext>
            </a:extLst>
          </p:cNvPr>
          <p:cNvSpPr/>
          <p:nvPr/>
        </p:nvSpPr>
        <p:spPr>
          <a:xfrm>
            <a:off x="-1" y="5918199"/>
            <a:ext cx="12191999" cy="939800"/>
          </a:xfrm>
          <a:prstGeom prst="rect">
            <a:avLst/>
          </a:prstGeom>
          <a:solidFill>
            <a:srgbClr val="5D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5EDED-D0DC-84B1-2B69-031D7105F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9" y="6220133"/>
            <a:ext cx="1998652" cy="4252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B99D73-B931-6FEB-3119-B96DBD2FB8D1}"/>
              </a:ext>
            </a:extLst>
          </p:cNvPr>
          <p:cNvSpPr txBox="1"/>
          <p:nvPr/>
        </p:nvSpPr>
        <p:spPr>
          <a:xfrm>
            <a:off x="2154467" y="2505670"/>
            <a:ext cx="7883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5D1625"/>
                </a:solidFill>
                <a:latin typeface="Century Gothic" panose="020B0502020202020204" pitchFamily="34" charset="0"/>
              </a:rPr>
              <a:t>Centered Section Slide</a:t>
            </a:r>
          </a:p>
        </p:txBody>
      </p:sp>
      <p:pic>
        <p:nvPicPr>
          <p:cNvPr id="10" name="Picture 9" descr="A logo for a computer company&#10;&#10;Description automatically generated">
            <a:extLst>
              <a:ext uri="{FF2B5EF4-FFF2-40B4-BE49-F238E27FC236}">
                <a16:creationId xmlns:a16="http://schemas.microsoft.com/office/drawing/2014/main" id="{0217887D-2F7D-051D-1634-AD1E13059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795" y="6107469"/>
            <a:ext cx="661816" cy="561257"/>
          </a:xfrm>
          <a:prstGeom prst="rect">
            <a:avLst/>
          </a:prstGeom>
        </p:spPr>
      </p:pic>
      <p:pic>
        <p:nvPicPr>
          <p:cNvPr id="2" name="Picture 1" descr="horizontalwords.png">
            <a:extLst>
              <a:ext uri="{FF2B5EF4-FFF2-40B4-BE49-F238E27FC236}">
                <a16:creationId xmlns:a16="http://schemas.microsoft.com/office/drawing/2014/main" id="{97D7A0C3-29A4-D7DE-3C26-CD339300BF3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18" y="5808070"/>
            <a:ext cx="5562600" cy="115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78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.jpg">
            <a:extLst>
              <a:ext uri="{FF2B5EF4-FFF2-40B4-BE49-F238E27FC236}">
                <a16:creationId xmlns:a16="http://schemas.microsoft.com/office/drawing/2014/main" id="{2213B640-024B-8072-18B1-BBAB70E5DC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3E065-200C-97A1-9622-768736624765}"/>
              </a:ext>
            </a:extLst>
          </p:cNvPr>
          <p:cNvSpPr/>
          <p:nvPr/>
        </p:nvSpPr>
        <p:spPr>
          <a:xfrm>
            <a:off x="-1" y="5918199"/>
            <a:ext cx="12191999" cy="939800"/>
          </a:xfrm>
          <a:prstGeom prst="rect">
            <a:avLst/>
          </a:prstGeom>
          <a:solidFill>
            <a:srgbClr val="5D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B0600-B804-6552-1A39-27F76FF9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9" y="6220133"/>
            <a:ext cx="1998652" cy="425245"/>
          </a:xfrm>
          <a:prstGeom prst="rect">
            <a:avLst/>
          </a:prstGeom>
        </p:spPr>
      </p:pic>
      <p:pic>
        <p:nvPicPr>
          <p:cNvPr id="10" name="Picture 9" descr="A logo for a computer company&#10;&#10;Description automatically generated">
            <a:extLst>
              <a:ext uri="{FF2B5EF4-FFF2-40B4-BE49-F238E27FC236}">
                <a16:creationId xmlns:a16="http://schemas.microsoft.com/office/drawing/2014/main" id="{F045BF1A-1267-0873-58F3-6FDCB143F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795" y="6107469"/>
            <a:ext cx="661816" cy="5612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43241E-F236-F540-D124-74DC8830E4F2}"/>
              </a:ext>
            </a:extLst>
          </p:cNvPr>
          <p:cNvSpPr txBox="1"/>
          <p:nvPr/>
        </p:nvSpPr>
        <p:spPr>
          <a:xfrm>
            <a:off x="639415" y="689700"/>
            <a:ext cx="1091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D1625"/>
                </a:solidFill>
                <a:latin typeface="Century Gothic" panose="020B0502020202020204" pitchFamily="34" charset="0"/>
              </a:rPr>
              <a:t>Slide Header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7502B-6C8F-AF5B-C975-A6B9E54E9197}"/>
              </a:ext>
            </a:extLst>
          </p:cNvPr>
          <p:cNvSpPr txBox="1"/>
          <p:nvPr/>
        </p:nvSpPr>
        <p:spPr>
          <a:xfrm>
            <a:off x="636104" y="1421296"/>
            <a:ext cx="10913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Slide Text</a:t>
            </a:r>
          </a:p>
        </p:txBody>
      </p:sp>
      <p:pic>
        <p:nvPicPr>
          <p:cNvPr id="3" name="Picture 2" descr="horizontalwords.png">
            <a:extLst>
              <a:ext uri="{FF2B5EF4-FFF2-40B4-BE49-F238E27FC236}">
                <a16:creationId xmlns:a16="http://schemas.microsoft.com/office/drawing/2014/main" id="{4EFCF74E-5098-BC1E-8EA3-635C7D6C626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18" y="5808070"/>
            <a:ext cx="5562600" cy="115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4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.jpg">
            <a:extLst>
              <a:ext uri="{FF2B5EF4-FFF2-40B4-BE49-F238E27FC236}">
                <a16:creationId xmlns:a16="http://schemas.microsoft.com/office/drawing/2014/main" id="{2213B640-024B-8072-18B1-BBAB70E5DC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43E065-200C-97A1-9622-768736624765}"/>
              </a:ext>
            </a:extLst>
          </p:cNvPr>
          <p:cNvSpPr/>
          <p:nvPr/>
        </p:nvSpPr>
        <p:spPr>
          <a:xfrm>
            <a:off x="-1" y="5918199"/>
            <a:ext cx="12191999" cy="939800"/>
          </a:xfrm>
          <a:prstGeom prst="rect">
            <a:avLst/>
          </a:prstGeom>
          <a:solidFill>
            <a:srgbClr val="5D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B0600-B804-6552-1A39-27F76FF9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9" y="6220133"/>
            <a:ext cx="1998652" cy="425245"/>
          </a:xfrm>
          <a:prstGeom prst="rect">
            <a:avLst/>
          </a:prstGeom>
        </p:spPr>
      </p:pic>
      <p:pic>
        <p:nvPicPr>
          <p:cNvPr id="10" name="Picture 9" descr="A logo for a computer company&#10;&#10;Description automatically generated">
            <a:extLst>
              <a:ext uri="{FF2B5EF4-FFF2-40B4-BE49-F238E27FC236}">
                <a16:creationId xmlns:a16="http://schemas.microsoft.com/office/drawing/2014/main" id="{F045BF1A-1267-0873-58F3-6FDCB143F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795" y="6107469"/>
            <a:ext cx="661816" cy="5612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43241E-F236-F540-D124-74DC8830E4F2}"/>
              </a:ext>
            </a:extLst>
          </p:cNvPr>
          <p:cNvSpPr txBox="1"/>
          <p:nvPr/>
        </p:nvSpPr>
        <p:spPr>
          <a:xfrm>
            <a:off x="639415" y="689700"/>
            <a:ext cx="571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D1625"/>
                </a:solidFill>
                <a:latin typeface="Century Gothic" panose="020B0502020202020204" pitchFamily="34" charset="0"/>
              </a:rPr>
              <a:t>Side Image Slide</a:t>
            </a:r>
          </a:p>
        </p:txBody>
      </p:sp>
      <p:pic>
        <p:nvPicPr>
          <p:cNvPr id="3" name="Picture 2" descr="Orion, MSU’s newly installed supercomputer, is capable of more than 5 quadrillion calculations per second. A new Top500 Supercomputer Site ranking released this week reveals that “Orion” is the 4th fastest academic system in the U.S. The Top500.org list, which ranks the world’s most powerful non-distributed computer systems, also gives the MSU supercomputer an overall worldwide ranking of No. 62. (Photo by Logan Kirkland)">
            <a:extLst>
              <a:ext uri="{FF2B5EF4-FFF2-40B4-BE49-F238E27FC236}">
                <a16:creationId xmlns:a16="http://schemas.microsoft.com/office/drawing/2014/main" id="{4EFD0F2C-D0B4-53A1-6766-60EA9046C5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852" r="20750" b="1"/>
          <a:stretch/>
        </p:blipFill>
        <p:spPr>
          <a:xfrm>
            <a:off x="6993924" y="248174"/>
            <a:ext cx="4558656" cy="4667441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68D77A-EECD-799C-8C73-56136343C8E9}"/>
              </a:ext>
            </a:extLst>
          </p:cNvPr>
          <p:cNvSpPr txBox="1"/>
          <p:nvPr/>
        </p:nvSpPr>
        <p:spPr>
          <a:xfrm>
            <a:off x="6993923" y="4968241"/>
            <a:ext cx="4558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Century Gothic" panose="020B0502020202020204" pitchFamily="34" charset="0"/>
              </a:rPr>
              <a:t>Caption</a:t>
            </a:r>
          </a:p>
          <a:p>
            <a:pPr algn="r"/>
            <a:r>
              <a:rPr lang="en-US" sz="1600" dirty="0">
                <a:latin typeface="Century Gothic" panose="020B0502020202020204" pitchFamily="34" charset="0"/>
              </a:rPr>
              <a:t>Caption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E9E289-8587-9731-DBBE-07AAF0D93081}"/>
              </a:ext>
            </a:extLst>
          </p:cNvPr>
          <p:cNvSpPr txBox="1"/>
          <p:nvPr/>
        </p:nvSpPr>
        <p:spPr>
          <a:xfrm>
            <a:off x="636105" y="1421296"/>
            <a:ext cx="5715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Slide Text</a:t>
            </a:r>
          </a:p>
        </p:txBody>
      </p:sp>
      <p:pic>
        <p:nvPicPr>
          <p:cNvPr id="9" name="Picture 8" descr="horizontalwords.png">
            <a:extLst>
              <a:ext uri="{FF2B5EF4-FFF2-40B4-BE49-F238E27FC236}">
                <a16:creationId xmlns:a16="http://schemas.microsoft.com/office/drawing/2014/main" id="{220BC142-9F7A-A8D5-631B-721AC8C0866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18" y="5808070"/>
            <a:ext cx="5562600" cy="115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7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</TotalTime>
  <Words>25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Bradley</dc:creator>
  <cp:lastModifiedBy>Bradley, John</cp:lastModifiedBy>
  <cp:revision>5</cp:revision>
  <dcterms:created xsi:type="dcterms:W3CDTF">2023-10-09T20:31:54Z</dcterms:created>
  <dcterms:modified xsi:type="dcterms:W3CDTF">2026-03-26T23:40:04Z</dcterms:modified>
</cp:coreProperties>
</file>